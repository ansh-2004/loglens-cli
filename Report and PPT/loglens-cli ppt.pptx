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  <p:sldMasterId id="2147483674" r:id="rId5"/>
  </p:sldMasterIdLst>
  <p:notesMasterIdLst>
    <p:notesMasterId r:id="rId25"/>
  </p:notesMasterIdLst>
  <p:handoutMasterIdLst>
    <p:handoutMasterId r:id="rId26"/>
  </p:handoutMasterIdLst>
  <p:sldIdLst>
    <p:sldId id="256" r:id="rId6"/>
    <p:sldId id="257" r:id="rId7"/>
    <p:sldId id="270" r:id="rId8"/>
    <p:sldId id="271" r:id="rId9"/>
    <p:sldId id="272" r:id="rId10"/>
    <p:sldId id="291" r:id="rId11"/>
    <p:sldId id="294" r:id="rId12"/>
    <p:sldId id="293" r:id="rId13"/>
    <p:sldId id="292" r:id="rId14"/>
    <p:sldId id="273" r:id="rId15"/>
    <p:sldId id="295" r:id="rId16"/>
    <p:sldId id="274" r:id="rId17"/>
    <p:sldId id="285" r:id="rId18"/>
    <p:sldId id="290" r:id="rId19"/>
    <p:sldId id="289" r:id="rId20"/>
    <p:sldId id="275" r:id="rId21"/>
    <p:sldId id="276" r:id="rId22"/>
    <p:sldId id="288" r:id="rId23"/>
    <p:sldId id="268" r:id="rId2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0091A3-5AE2-AB61-320C-BEA442081FD0}" v="115" dt="2025-12-16T19:11:31.5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2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pta, Ansh" userId="S::ansh.gupta@innovasolutions.com::8662f08a-7e37-48eb-87be-d569ff3a066c" providerId="AD" clId="Web-{370091A3-5AE2-AB61-320C-BEA442081FD0}"/>
    <pc:docChg chg="addSld delSld modSld sldOrd">
      <pc:chgData name="Gupta, Ansh" userId="S::ansh.gupta@innovasolutions.com::8662f08a-7e37-48eb-87be-d569ff3a066c" providerId="AD" clId="Web-{370091A3-5AE2-AB61-320C-BEA442081FD0}" dt="2025-12-16T19:11:31.561" v="95" actId="1076"/>
      <pc:docMkLst>
        <pc:docMk/>
      </pc:docMkLst>
      <pc:sldChg chg="addSp modSp del">
        <pc:chgData name="Gupta, Ansh" userId="S::ansh.gupta@innovasolutions.com::8662f08a-7e37-48eb-87be-d569ff3a066c" providerId="AD" clId="Web-{370091A3-5AE2-AB61-320C-BEA442081FD0}" dt="2025-12-16T19:02:07.360" v="78"/>
        <pc:sldMkLst>
          <pc:docMk/>
          <pc:sldMk cId="3024077780" sldId="287"/>
        </pc:sldMkLst>
        <pc:spChg chg="mod">
          <ac:chgData name="Gupta, Ansh" userId="S::ansh.gupta@innovasolutions.com::8662f08a-7e37-48eb-87be-d569ff3a066c" providerId="AD" clId="Web-{370091A3-5AE2-AB61-320C-BEA442081FD0}" dt="2025-12-16T18:56:32.135" v="55" actId="20577"/>
          <ac:spMkLst>
            <pc:docMk/>
            <pc:sldMk cId="3024077780" sldId="287"/>
            <ac:spMk id="2" creationId="{3814722F-5ABA-27C5-9A5E-9DA7075EF94D}"/>
          </ac:spMkLst>
        </pc:spChg>
        <pc:picChg chg="add mod">
          <ac:chgData name="Gupta, Ansh" userId="S::ansh.gupta@innovasolutions.com::8662f08a-7e37-48eb-87be-d569ff3a066c" providerId="AD" clId="Web-{370091A3-5AE2-AB61-320C-BEA442081FD0}" dt="2025-12-16T18:57:32.324" v="56"/>
          <ac:picMkLst>
            <pc:docMk/>
            <pc:sldMk cId="3024077780" sldId="287"/>
            <ac:picMk id="3" creationId="{EB3EEA55-02CA-03C2-CD25-377D4ABA7EDF}"/>
          </ac:picMkLst>
        </pc:picChg>
      </pc:sldChg>
      <pc:sldChg chg="addSp modSp new">
        <pc:chgData name="Gupta, Ansh" userId="S::ansh.gupta@innovasolutions.com::8662f08a-7e37-48eb-87be-d569ff3a066c" providerId="AD" clId="Web-{370091A3-5AE2-AB61-320C-BEA442081FD0}" dt="2025-12-16T18:47:38.675" v="5" actId="14100"/>
        <pc:sldMkLst>
          <pc:docMk/>
          <pc:sldMk cId="2446360676" sldId="288"/>
        </pc:sldMkLst>
        <pc:picChg chg="add mod">
          <ac:chgData name="Gupta, Ansh" userId="S::ansh.gupta@innovasolutions.com::8662f08a-7e37-48eb-87be-d569ff3a066c" providerId="AD" clId="Web-{370091A3-5AE2-AB61-320C-BEA442081FD0}" dt="2025-12-16T18:47:38.675" v="5" actId="14100"/>
          <ac:picMkLst>
            <pc:docMk/>
            <pc:sldMk cId="2446360676" sldId="288"/>
            <ac:picMk id="2" creationId="{6307C81A-57FE-633C-6FCB-6F4050A7477E}"/>
          </ac:picMkLst>
        </pc:picChg>
      </pc:sldChg>
      <pc:sldChg chg="addSp modSp new">
        <pc:chgData name="Gupta, Ansh" userId="S::ansh.gupta@innovasolutions.com::8662f08a-7e37-48eb-87be-d569ff3a066c" providerId="AD" clId="Web-{370091A3-5AE2-AB61-320C-BEA442081FD0}" dt="2025-12-16T18:48:45.711" v="8" actId="1076"/>
        <pc:sldMkLst>
          <pc:docMk/>
          <pc:sldMk cId="2617961661" sldId="289"/>
        </pc:sldMkLst>
        <pc:picChg chg="add mod">
          <ac:chgData name="Gupta, Ansh" userId="S::ansh.gupta@innovasolutions.com::8662f08a-7e37-48eb-87be-d569ff3a066c" providerId="AD" clId="Web-{370091A3-5AE2-AB61-320C-BEA442081FD0}" dt="2025-12-16T18:48:45.711" v="8" actId="1076"/>
          <ac:picMkLst>
            <pc:docMk/>
            <pc:sldMk cId="2617961661" sldId="289"/>
            <ac:picMk id="2" creationId="{78D71C92-F0BD-CF17-B1B7-9C17A275F32A}"/>
          </ac:picMkLst>
        </pc:picChg>
      </pc:sldChg>
      <pc:sldChg chg="addSp modSp new">
        <pc:chgData name="Gupta, Ansh" userId="S::ansh.gupta@innovasolutions.com::8662f08a-7e37-48eb-87be-d569ff3a066c" providerId="AD" clId="Web-{370091A3-5AE2-AB61-320C-BEA442081FD0}" dt="2025-12-16T18:49:57.857" v="17" actId="1076"/>
        <pc:sldMkLst>
          <pc:docMk/>
          <pc:sldMk cId="3333062944" sldId="290"/>
        </pc:sldMkLst>
        <pc:picChg chg="add mod">
          <ac:chgData name="Gupta, Ansh" userId="S::ansh.gupta@innovasolutions.com::8662f08a-7e37-48eb-87be-d569ff3a066c" providerId="AD" clId="Web-{370091A3-5AE2-AB61-320C-BEA442081FD0}" dt="2025-12-16T18:49:57.857" v="17" actId="1076"/>
          <ac:picMkLst>
            <pc:docMk/>
            <pc:sldMk cId="3333062944" sldId="290"/>
            <ac:picMk id="2" creationId="{6910DE86-8E90-FF81-AA6F-9663D07DD832}"/>
          </ac:picMkLst>
        </pc:picChg>
      </pc:sldChg>
      <pc:sldChg chg="addSp delSp modSp new ord">
        <pc:chgData name="Gupta, Ansh" userId="S::ansh.gupta@innovasolutions.com::8662f08a-7e37-48eb-87be-d569ff3a066c" providerId="AD" clId="Web-{370091A3-5AE2-AB61-320C-BEA442081FD0}" dt="2025-12-16T18:55:45.369" v="48"/>
        <pc:sldMkLst>
          <pc:docMk/>
          <pc:sldMk cId="1896175324" sldId="291"/>
        </pc:sldMkLst>
        <pc:spChg chg="del">
          <ac:chgData name="Gupta, Ansh" userId="S::ansh.gupta@innovasolutions.com::8662f08a-7e37-48eb-87be-d569ff3a066c" providerId="AD" clId="Web-{370091A3-5AE2-AB61-320C-BEA442081FD0}" dt="2025-12-16T18:50:48.672" v="20"/>
          <ac:spMkLst>
            <pc:docMk/>
            <pc:sldMk cId="1896175324" sldId="291"/>
            <ac:spMk id="2" creationId="{13D85898-4D24-E43B-6787-E4B9A9E93CE6}"/>
          </ac:spMkLst>
        </pc:spChg>
        <pc:spChg chg="del">
          <ac:chgData name="Gupta, Ansh" userId="S::ansh.gupta@innovasolutions.com::8662f08a-7e37-48eb-87be-d569ff3a066c" providerId="AD" clId="Web-{370091A3-5AE2-AB61-320C-BEA442081FD0}" dt="2025-12-16T18:50:51.875" v="21"/>
          <ac:spMkLst>
            <pc:docMk/>
            <pc:sldMk cId="1896175324" sldId="291"/>
            <ac:spMk id="3" creationId="{A489C124-63C0-0DAD-35C5-6EA68EC075AF}"/>
          </ac:spMkLst>
        </pc:spChg>
        <pc:picChg chg="add mod">
          <ac:chgData name="Gupta, Ansh" userId="S::ansh.gupta@innovasolutions.com::8662f08a-7e37-48eb-87be-d569ff3a066c" providerId="AD" clId="Web-{370091A3-5AE2-AB61-320C-BEA442081FD0}" dt="2025-12-16T18:52:17.394" v="22"/>
          <ac:picMkLst>
            <pc:docMk/>
            <pc:sldMk cId="1896175324" sldId="291"/>
            <ac:picMk id="4" creationId="{3AA7F767-76FD-9015-C604-49318F83A048}"/>
          </ac:picMkLst>
        </pc:picChg>
      </pc:sldChg>
      <pc:sldChg chg="addSp delSp modSp new">
        <pc:chgData name="Gupta, Ansh" userId="S::ansh.gupta@innovasolutions.com::8662f08a-7e37-48eb-87be-d569ff3a066c" providerId="AD" clId="Web-{370091A3-5AE2-AB61-320C-BEA442081FD0}" dt="2025-12-16T18:52:45.864" v="26"/>
        <pc:sldMkLst>
          <pc:docMk/>
          <pc:sldMk cId="2851904021" sldId="292"/>
        </pc:sldMkLst>
        <pc:spChg chg="del">
          <ac:chgData name="Gupta, Ansh" userId="S::ansh.gupta@innovasolutions.com::8662f08a-7e37-48eb-87be-d569ff3a066c" providerId="AD" clId="Web-{370091A3-5AE2-AB61-320C-BEA442081FD0}" dt="2025-12-16T18:52:31.332" v="25"/>
          <ac:spMkLst>
            <pc:docMk/>
            <pc:sldMk cId="2851904021" sldId="292"/>
            <ac:spMk id="2" creationId="{19EFB401-4C48-CE7D-D4BC-18D5BE72D800}"/>
          </ac:spMkLst>
        </pc:spChg>
        <pc:spChg chg="del mod">
          <ac:chgData name="Gupta, Ansh" userId="S::ansh.gupta@innovasolutions.com::8662f08a-7e37-48eb-87be-d569ff3a066c" providerId="AD" clId="Web-{370091A3-5AE2-AB61-320C-BEA442081FD0}" dt="2025-12-16T18:52:27.066" v="24"/>
          <ac:spMkLst>
            <pc:docMk/>
            <pc:sldMk cId="2851904021" sldId="292"/>
            <ac:spMk id="3" creationId="{183727A9-5C2F-F508-0E6C-AEEA9515CC7C}"/>
          </ac:spMkLst>
        </pc:spChg>
        <pc:picChg chg="add mod">
          <ac:chgData name="Gupta, Ansh" userId="S::ansh.gupta@innovasolutions.com::8662f08a-7e37-48eb-87be-d569ff3a066c" providerId="AD" clId="Web-{370091A3-5AE2-AB61-320C-BEA442081FD0}" dt="2025-12-16T18:52:45.864" v="26"/>
          <ac:picMkLst>
            <pc:docMk/>
            <pc:sldMk cId="2851904021" sldId="292"/>
            <ac:picMk id="4" creationId="{033C4204-CF56-80FE-D31B-EFDE4F819D28}"/>
          </ac:picMkLst>
        </pc:picChg>
      </pc:sldChg>
      <pc:sldChg chg="addSp delSp modSp new ord">
        <pc:chgData name="Gupta, Ansh" userId="S::ansh.gupta@innovasolutions.com::8662f08a-7e37-48eb-87be-d569ff3a066c" providerId="AD" clId="Web-{370091A3-5AE2-AB61-320C-BEA442081FD0}" dt="2025-12-16T18:56:15.401" v="49"/>
        <pc:sldMkLst>
          <pc:docMk/>
          <pc:sldMk cId="1419231355" sldId="293"/>
        </pc:sldMkLst>
        <pc:spChg chg="del">
          <ac:chgData name="Gupta, Ansh" userId="S::ansh.gupta@innovasolutions.com::8662f08a-7e37-48eb-87be-d569ff3a066c" providerId="AD" clId="Web-{370091A3-5AE2-AB61-320C-BEA442081FD0}" dt="2025-12-16T18:54:56.258" v="42"/>
          <ac:spMkLst>
            <pc:docMk/>
            <pc:sldMk cId="1419231355" sldId="293"/>
            <ac:spMk id="2" creationId="{91185A64-ECB6-9676-287B-F83B231AFF58}"/>
          </ac:spMkLst>
        </pc:spChg>
        <pc:spChg chg="del">
          <ac:chgData name="Gupta, Ansh" userId="S::ansh.gupta@innovasolutions.com::8662f08a-7e37-48eb-87be-d569ff3a066c" providerId="AD" clId="Web-{370091A3-5AE2-AB61-320C-BEA442081FD0}" dt="2025-12-16T18:52:56.536" v="28"/>
          <ac:spMkLst>
            <pc:docMk/>
            <pc:sldMk cId="1419231355" sldId="293"/>
            <ac:spMk id="3" creationId="{435A7EF6-5F4B-334F-2529-485DA7C79542}"/>
          </ac:spMkLst>
        </pc:spChg>
        <pc:picChg chg="add mod">
          <ac:chgData name="Gupta, Ansh" userId="S::ansh.gupta@innovasolutions.com::8662f08a-7e37-48eb-87be-d569ff3a066c" providerId="AD" clId="Web-{370091A3-5AE2-AB61-320C-BEA442081FD0}" dt="2025-12-16T18:53:10.615" v="29"/>
          <ac:picMkLst>
            <pc:docMk/>
            <pc:sldMk cId="1419231355" sldId="293"/>
            <ac:picMk id="4" creationId="{F84A2A50-177A-4F70-ED6A-E982B1D87782}"/>
          </ac:picMkLst>
        </pc:picChg>
      </pc:sldChg>
      <pc:sldChg chg="addSp delSp modSp new">
        <pc:chgData name="Gupta, Ansh" userId="S::ansh.gupta@innovasolutions.com::8662f08a-7e37-48eb-87be-d569ff3a066c" providerId="AD" clId="Web-{370091A3-5AE2-AB61-320C-BEA442081FD0}" dt="2025-12-16T18:54:28.554" v="40"/>
        <pc:sldMkLst>
          <pc:docMk/>
          <pc:sldMk cId="239334057" sldId="294"/>
        </pc:sldMkLst>
        <pc:spChg chg="del">
          <ac:chgData name="Gupta, Ansh" userId="S::ansh.gupta@innovasolutions.com::8662f08a-7e37-48eb-87be-d569ff3a066c" providerId="AD" clId="Web-{370091A3-5AE2-AB61-320C-BEA442081FD0}" dt="2025-12-16T18:54:28.554" v="40"/>
          <ac:spMkLst>
            <pc:docMk/>
            <pc:sldMk cId="239334057" sldId="294"/>
            <ac:spMk id="2" creationId="{5F223D6B-C7BE-0710-C010-AF138B88BEE6}"/>
          </ac:spMkLst>
        </pc:spChg>
        <pc:spChg chg="del">
          <ac:chgData name="Gupta, Ansh" userId="S::ansh.gupta@innovasolutions.com::8662f08a-7e37-48eb-87be-d569ff3a066c" providerId="AD" clId="Web-{370091A3-5AE2-AB61-320C-BEA442081FD0}" dt="2025-12-16T18:53:21.365" v="31"/>
          <ac:spMkLst>
            <pc:docMk/>
            <pc:sldMk cId="239334057" sldId="294"/>
            <ac:spMk id="3" creationId="{61E94828-C2FF-0826-2153-AF3D199FC8F1}"/>
          </ac:spMkLst>
        </pc:spChg>
        <pc:picChg chg="add del mod">
          <ac:chgData name="Gupta, Ansh" userId="S::ansh.gupta@innovasolutions.com::8662f08a-7e37-48eb-87be-d569ff3a066c" providerId="AD" clId="Web-{370091A3-5AE2-AB61-320C-BEA442081FD0}" dt="2025-12-16T18:53:38.600" v="35"/>
          <ac:picMkLst>
            <pc:docMk/>
            <pc:sldMk cId="239334057" sldId="294"/>
            <ac:picMk id="4" creationId="{5AE01C2C-A0CB-A655-1B84-DFAFA91C96CB}"/>
          </ac:picMkLst>
        </pc:picChg>
      </pc:sldChg>
      <pc:sldChg chg="addSp delSp modSp new">
        <pc:chgData name="Gupta, Ansh" userId="S::ansh.gupta@innovasolutions.com::8662f08a-7e37-48eb-87be-d569ff3a066c" providerId="AD" clId="Web-{370091A3-5AE2-AB61-320C-BEA442081FD0}" dt="2025-12-16T18:54:19.554" v="39"/>
        <pc:sldMkLst>
          <pc:docMk/>
          <pc:sldMk cId="3206251522" sldId="295"/>
        </pc:sldMkLst>
        <pc:spChg chg="del">
          <ac:chgData name="Gupta, Ansh" userId="S::ansh.gupta@innovasolutions.com::8662f08a-7e37-48eb-87be-d569ff3a066c" providerId="AD" clId="Web-{370091A3-5AE2-AB61-320C-BEA442081FD0}" dt="2025-12-16T18:54:19.554" v="39"/>
          <ac:spMkLst>
            <pc:docMk/>
            <pc:sldMk cId="3206251522" sldId="295"/>
            <ac:spMk id="2" creationId="{0C5E2786-D9AE-1BC5-021D-866ED22455C2}"/>
          </ac:spMkLst>
        </pc:spChg>
        <pc:spChg chg="del">
          <ac:chgData name="Gupta, Ansh" userId="S::ansh.gupta@innovasolutions.com::8662f08a-7e37-48eb-87be-d569ff3a066c" providerId="AD" clId="Web-{370091A3-5AE2-AB61-320C-BEA442081FD0}" dt="2025-12-16T18:53:49.022" v="37"/>
          <ac:spMkLst>
            <pc:docMk/>
            <pc:sldMk cId="3206251522" sldId="295"/>
            <ac:spMk id="3" creationId="{BF4F7A61-678A-0ADD-2CC3-5F83274C33D8}"/>
          </ac:spMkLst>
        </pc:spChg>
        <pc:picChg chg="add mod">
          <ac:chgData name="Gupta, Ansh" userId="S::ansh.gupta@innovasolutions.com::8662f08a-7e37-48eb-87be-d569ff3a066c" providerId="AD" clId="Web-{370091A3-5AE2-AB61-320C-BEA442081FD0}" dt="2025-12-16T18:53:57.163" v="38"/>
          <ac:picMkLst>
            <pc:docMk/>
            <pc:sldMk cId="3206251522" sldId="295"/>
            <ac:picMk id="4" creationId="{3C43F9B4-FBEF-6AB3-62EA-8A96096CFB15}"/>
          </ac:picMkLst>
        </pc:picChg>
      </pc:sldChg>
      <pc:sldChg chg="addSp delSp modSp new ord">
        <pc:chgData name="Gupta, Ansh" userId="S::ansh.gupta@innovasolutions.com::8662f08a-7e37-48eb-87be-d569ff3a066c" providerId="AD" clId="Web-{370091A3-5AE2-AB61-320C-BEA442081FD0}" dt="2025-12-16T18:59:38.670" v="67"/>
        <pc:sldMkLst>
          <pc:docMk/>
          <pc:sldMk cId="1746015749" sldId="296"/>
        </pc:sldMkLst>
        <pc:spChg chg="del">
          <ac:chgData name="Gupta, Ansh" userId="S::ansh.gupta@innovasolutions.com::8662f08a-7e37-48eb-87be-d569ff3a066c" providerId="AD" clId="Web-{370091A3-5AE2-AB61-320C-BEA442081FD0}" dt="2025-12-16T18:57:58.637" v="59"/>
          <ac:spMkLst>
            <pc:docMk/>
            <pc:sldMk cId="1746015749" sldId="296"/>
            <ac:spMk id="2" creationId="{1E90BA91-8BB3-4E88-42F9-22ADEF3AFB31}"/>
          </ac:spMkLst>
        </pc:spChg>
        <pc:spChg chg="del">
          <ac:chgData name="Gupta, Ansh" userId="S::ansh.gupta@innovasolutions.com::8662f08a-7e37-48eb-87be-d569ff3a066c" providerId="AD" clId="Web-{370091A3-5AE2-AB61-320C-BEA442081FD0}" dt="2025-12-16T18:57:55.590" v="58"/>
          <ac:spMkLst>
            <pc:docMk/>
            <pc:sldMk cId="1746015749" sldId="296"/>
            <ac:spMk id="3" creationId="{9069F2CD-B95B-9CF7-F3E3-14E66444F71B}"/>
          </ac:spMkLst>
        </pc:spChg>
        <pc:picChg chg="add mod">
          <ac:chgData name="Gupta, Ansh" userId="S::ansh.gupta@innovasolutions.com::8662f08a-7e37-48eb-87be-d569ff3a066c" providerId="AD" clId="Web-{370091A3-5AE2-AB61-320C-BEA442081FD0}" dt="2025-12-16T18:58:54.888" v="60"/>
          <ac:picMkLst>
            <pc:docMk/>
            <pc:sldMk cId="1746015749" sldId="296"/>
            <ac:picMk id="4" creationId="{A8647A7B-4C04-E5B0-DC92-0CBEDDDA7D72}"/>
          </ac:picMkLst>
        </pc:picChg>
        <pc:picChg chg="add del mod">
          <ac:chgData name="Gupta, Ansh" userId="S::ansh.gupta@innovasolutions.com::8662f08a-7e37-48eb-87be-d569ff3a066c" providerId="AD" clId="Web-{370091A3-5AE2-AB61-320C-BEA442081FD0}" dt="2025-12-16T18:59:04.685" v="66"/>
          <ac:picMkLst>
            <pc:docMk/>
            <pc:sldMk cId="1746015749" sldId="296"/>
            <ac:picMk id="5" creationId="{A1E738FA-502A-F61F-1781-055C1274988E}"/>
          </ac:picMkLst>
        </pc:picChg>
        <pc:picChg chg="add del mod">
          <ac:chgData name="Gupta, Ansh" userId="S::ansh.gupta@innovasolutions.com::8662f08a-7e37-48eb-87be-d569ff3a066c" providerId="AD" clId="Web-{370091A3-5AE2-AB61-320C-BEA442081FD0}" dt="2025-12-16T18:59:02.232" v="65"/>
          <ac:picMkLst>
            <pc:docMk/>
            <pc:sldMk cId="1746015749" sldId="296"/>
            <ac:picMk id="6" creationId="{01F96DE7-FCA4-79AA-FE6B-05529CB76C52}"/>
          </ac:picMkLst>
        </pc:picChg>
        <pc:picChg chg="add del mod">
          <ac:chgData name="Gupta, Ansh" userId="S::ansh.gupta@innovasolutions.com::8662f08a-7e37-48eb-87be-d569ff3a066c" providerId="AD" clId="Web-{370091A3-5AE2-AB61-320C-BEA442081FD0}" dt="2025-12-16T18:58:59.216" v="64"/>
          <ac:picMkLst>
            <pc:docMk/>
            <pc:sldMk cId="1746015749" sldId="296"/>
            <ac:picMk id="7" creationId="{37B3934E-A02F-B8FB-8E1D-D8A56DC6C742}"/>
          </ac:picMkLst>
        </pc:picChg>
      </pc:sldChg>
      <pc:sldChg chg="addSp modSp new">
        <pc:chgData name="Gupta, Ansh" userId="S::ansh.gupta@innovasolutions.com::8662f08a-7e37-48eb-87be-d569ff3a066c" providerId="AD" clId="Web-{370091A3-5AE2-AB61-320C-BEA442081FD0}" dt="2025-12-16T19:00:16.249" v="73" actId="14100"/>
        <pc:sldMkLst>
          <pc:docMk/>
          <pc:sldMk cId="3271340306" sldId="297"/>
        </pc:sldMkLst>
        <pc:picChg chg="add mod">
          <ac:chgData name="Gupta, Ansh" userId="S::ansh.gupta@innovasolutions.com::8662f08a-7e37-48eb-87be-d569ff3a066c" providerId="AD" clId="Web-{370091A3-5AE2-AB61-320C-BEA442081FD0}" dt="2025-12-16T19:00:16.249" v="73" actId="14100"/>
          <ac:picMkLst>
            <pc:docMk/>
            <pc:sldMk cId="3271340306" sldId="297"/>
            <ac:picMk id="4" creationId="{6CB18EFC-E37A-A5D8-8E1D-8D1ADD08EDBF}"/>
          </ac:picMkLst>
        </pc:picChg>
      </pc:sldChg>
      <pc:sldChg chg="addSp modSp new">
        <pc:chgData name="Gupta, Ansh" userId="S::ansh.gupta@innovasolutions.com::8662f08a-7e37-48eb-87be-d569ff3a066c" providerId="AD" clId="Web-{370091A3-5AE2-AB61-320C-BEA442081FD0}" dt="2025-12-16T19:01:18.640" v="77" actId="14100"/>
        <pc:sldMkLst>
          <pc:docMk/>
          <pc:sldMk cId="3649348853" sldId="298"/>
        </pc:sldMkLst>
        <pc:picChg chg="add mod">
          <ac:chgData name="Gupta, Ansh" userId="S::ansh.gupta@innovasolutions.com::8662f08a-7e37-48eb-87be-d569ff3a066c" providerId="AD" clId="Web-{370091A3-5AE2-AB61-320C-BEA442081FD0}" dt="2025-12-16T19:01:18.640" v="77" actId="14100"/>
          <ac:picMkLst>
            <pc:docMk/>
            <pc:sldMk cId="3649348853" sldId="298"/>
            <ac:picMk id="4" creationId="{C01E4CAF-071F-D4E8-BF59-4D5A4E2941D5}"/>
          </ac:picMkLst>
        </pc:picChg>
      </pc:sldChg>
      <pc:sldChg chg="addSp modSp new">
        <pc:chgData name="Gupta, Ansh" userId="S::ansh.gupta@innovasolutions.com::8662f08a-7e37-48eb-87be-d569ff3a066c" providerId="AD" clId="Web-{370091A3-5AE2-AB61-320C-BEA442081FD0}" dt="2025-12-16T19:03:20.908" v="82" actId="14100"/>
        <pc:sldMkLst>
          <pc:docMk/>
          <pc:sldMk cId="726733717" sldId="299"/>
        </pc:sldMkLst>
        <pc:picChg chg="add mod">
          <ac:chgData name="Gupta, Ansh" userId="S::ansh.gupta@innovasolutions.com::8662f08a-7e37-48eb-87be-d569ff3a066c" providerId="AD" clId="Web-{370091A3-5AE2-AB61-320C-BEA442081FD0}" dt="2025-12-16T19:03:20.908" v="82" actId="14100"/>
          <ac:picMkLst>
            <pc:docMk/>
            <pc:sldMk cId="726733717" sldId="299"/>
            <ac:picMk id="4" creationId="{D77F1A5E-8BE0-E821-4006-A179BEF575E7}"/>
          </ac:picMkLst>
        </pc:picChg>
      </pc:sldChg>
      <pc:sldChg chg="addSp delSp modSp new">
        <pc:chgData name="Gupta, Ansh" userId="S::ansh.gupta@innovasolutions.com::8662f08a-7e37-48eb-87be-d569ff3a066c" providerId="AD" clId="Web-{370091A3-5AE2-AB61-320C-BEA442081FD0}" dt="2025-12-16T19:04:29.212" v="86"/>
        <pc:sldMkLst>
          <pc:docMk/>
          <pc:sldMk cId="3587216185" sldId="300"/>
        </pc:sldMkLst>
        <pc:spChg chg="del">
          <ac:chgData name="Gupta, Ansh" userId="S::ansh.gupta@innovasolutions.com::8662f08a-7e37-48eb-87be-d569ff3a066c" providerId="AD" clId="Web-{370091A3-5AE2-AB61-320C-BEA442081FD0}" dt="2025-12-16T19:04:12.867" v="85"/>
          <ac:spMkLst>
            <pc:docMk/>
            <pc:sldMk cId="3587216185" sldId="300"/>
            <ac:spMk id="2" creationId="{5669C5DD-CC53-164B-CF48-5DA21352072A}"/>
          </ac:spMkLst>
        </pc:spChg>
        <pc:spChg chg="del">
          <ac:chgData name="Gupta, Ansh" userId="S::ansh.gupta@innovasolutions.com::8662f08a-7e37-48eb-87be-d569ff3a066c" providerId="AD" clId="Web-{370091A3-5AE2-AB61-320C-BEA442081FD0}" dt="2025-12-16T19:04:04.679" v="84"/>
          <ac:spMkLst>
            <pc:docMk/>
            <pc:sldMk cId="3587216185" sldId="300"/>
            <ac:spMk id="3" creationId="{2BC66B8F-CCE9-3CE0-5F83-B73BA5442764}"/>
          </ac:spMkLst>
        </pc:spChg>
        <pc:picChg chg="add mod">
          <ac:chgData name="Gupta, Ansh" userId="S::ansh.gupta@innovasolutions.com::8662f08a-7e37-48eb-87be-d569ff3a066c" providerId="AD" clId="Web-{370091A3-5AE2-AB61-320C-BEA442081FD0}" dt="2025-12-16T19:04:29.212" v="86"/>
          <ac:picMkLst>
            <pc:docMk/>
            <pc:sldMk cId="3587216185" sldId="300"/>
            <ac:picMk id="4" creationId="{6500EEF6-ABD9-49B2-F67C-5A45687CF8A0}"/>
          </ac:picMkLst>
        </pc:picChg>
      </pc:sldChg>
      <pc:sldChg chg="addSp modSp new">
        <pc:chgData name="Gupta, Ansh" userId="S::ansh.gupta@innovasolutions.com::8662f08a-7e37-48eb-87be-d569ff3a066c" providerId="AD" clId="Web-{370091A3-5AE2-AB61-320C-BEA442081FD0}" dt="2025-12-16T19:05:54.125" v="88"/>
        <pc:sldMkLst>
          <pc:docMk/>
          <pc:sldMk cId="3128554487" sldId="301"/>
        </pc:sldMkLst>
        <pc:picChg chg="add mod">
          <ac:chgData name="Gupta, Ansh" userId="S::ansh.gupta@innovasolutions.com::8662f08a-7e37-48eb-87be-d569ff3a066c" providerId="AD" clId="Web-{370091A3-5AE2-AB61-320C-BEA442081FD0}" dt="2025-12-16T19:05:54.125" v="88"/>
          <ac:picMkLst>
            <pc:docMk/>
            <pc:sldMk cId="3128554487" sldId="301"/>
            <ac:picMk id="2" creationId="{802DB7C7-4E90-D82A-AEBA-A709BCC09006}"/>
          </ac:picMkLst>
        </pc:picChg>
      </pc:sldChg>
      <pc:sldChg chg="addSp delSp modSp new">
        <pc:chgData name="Gupta, Ansh" userId="S::ansh.gupta@innovasolutions.com::8662f08a-7e37-48eb-87be-d569ff3a066c" providerId="AD" clId="Web-{370091A3-5AE2-AB61-320C-BEA442081FD0}" dt="2025-12-16T19:11:31.561" v="95" actId="1076"/>
        <pc:sldMkLst>
          <pc:docMk/>
          <pc:sldMk cId="2642663581" sldId="302"/>
        </pc:sldMkLst>
        <pc:spChg chg="del">
          <ac:chgData name="Gupta, Ansh" userId="S::ansh.gupta@innovasolutions.com::8662f08a-7e37-48eb-87be-d569ff3a066c" providerId="AD" clId="Web-{370091A3-5AE2-AB61-320C-BEA442081FD0}" dt="2025-12-16T19:11:27.999" v="94"/>
          <ac:spMkLst>
            <pc:docMk/>
            <pc:sldMk cId="2642663581" sldId="302"/>
            <ac:spMk id="2" creationId="{D08B86F1-7F71-B9D7-8E05-A7C3F949ADF6}"/>
          </ac:spMkLst>
        </pc:spChg>
        <pc:spChg chg="del">
          <ac:chgData name="Gupta, Ansh" userId="S::ansh.gupta@innovasolutions.com::8662f08a-7e37-48eb-87be-d569ff3a066c" providerId="AD" clId="Web-{370091A3-5AE2-AB61-320C-BEA442081FD0}" dt="2025-12-16T19:09:44.324" v="90"/>
          <ac:spMkLst>
            <pc:docMk/>
            <pc:sldMk cId="2642663581" sldId="302"/>
            <ac:spMk id="3" creationId="{E9A834DB-B911-7DDF-32F1-590D83982D45}"/>
          </ac:spMkLst>
        </pc:spChg>
        <pc:picChg chg="add del mod">
          <ac:chgData name="Gupta, Ansh" userId="S::ansh.gupta@innovasolutions.com::8662f08a-7e37-48eb-87be-d569ff3a066c" providerId="AD" clId="Web-{370091A3-5AE2-AB61-320C-BEA442081FD0}" dt="2025-12-16T19:11:31.561" v="95" actId="1076"/>
          <ac:picMkLst>
            <pc:docMk/>
            <pc:sldMk cId="2642663581" sldId="302"/>
            <ac:picMk id="4" creationId="{46526A81-C9CE-C991-4E83-B6AE52469D9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19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tkar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6DDB5-D18D-1374-00F7-A254A9F6E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E2036B-9DA1-37E6-A576-12F67BADC6F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9633" y="6562107"/>
            <a:ext cx="2133360" cy="364680"/>
          </a:xfrm>
        </p:spPr>
        <p:txBody>
          <a:bodyPr/>
          <a:lstStyle/>
          <a:p>
            <a:pPr>
              <a:lnSpc>
                <a:spcPct val="100000"/>
              </a:lnSpc>
            </a:pPr>
            <a:fld id="{94037556-9E8A-4092-B698-C7B51BCB8D66}" type="datetime1">
              <a:rPr lang="en-US" sz="1200" b="0" strike="noStrike" spc="-1" smtClean="0">
                <a:latin typeface="Times New Roman"/>
              </a:rPr>
              <a:t>4/30/2026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466EA5-0EC7-9480-2156-C28EAD7D33E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079" y="6566396"/>
            <a:ext cx="3577504" cy="364680"/>
          </a:xfrm>
        </p:spPr>
        <p:txBody>
          <a:bodyPr/>
          <a:lstStyle/>
          <a:p>
            <a:r>
              <a:rPr lang="en-US" spc="-1">
                <a:latin typeface="Times New Roman"/>
              </a:rPr>
              <a:t>CO-OP project at Industry (Module-1)/22CS411</a:t>
            </a:r>
            <a:endParaRPr lang="en-GB" sz="1200" spc="-1" dirty="0">
              <a:latin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EBDB50-CE80-19E7-5B74-8A9B3ADBFE6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640" y="6562107"/>
            <a:ext cx="2133360" cy="364680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 smtClean="0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58773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tkar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6DDB5-D18D-1374-00F7-A254A9F6E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E2036B-9DA1-37E6-A576-12F67BADC6F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9633" y="6562107"/>
            <a:ext cx="2133360" cy="36468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037556-9E8A-4092-B698-C7B51BCB8D66}" type="datetime1">
              <a:rPr kumimoji="0" lang="en-US" sz="1200" b="0" i="0" u="none" strike="noStrike" kern="1200" cap="none" spc="-1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4/30/2026</a:t>
            </a:fld>
            <a:endParaRPr kumimoji="0" lang="en-GB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466EA5-0EC7-9480-2156-C28EAD7D33E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079" y="6566396"/>
            <a:ext cx="3577504" cy="36468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t>CO-OP project at Industry (Module-1)/22CS411</a:t>
            </a:r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EBDB50-CE80-19E7-5B74-8A9B3ADBFE6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640" y="6562107"/>
            <a:ext cx="2133360" cy="36468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FDC92E-FF5D-4613-8499-B15BC16E50D9}" type="slidenum">
              <a:rPr kumimoji="0" lang="en-US" sz="1200" b="0" i="0" u="none" strike="noStrike" kern="1200" cap="none" spc="-1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MS P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14902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6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6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3D964FCB-4B12-48F3-8EC8-4E7C43142726}" type="datetime1">
              <a:rPr lang="en-US" sz="1200" b="0" strike="noStrike" spc="-1" smtClean="0">
                <a:latin typeface="Times New Roman"/>
              </a:rPr>
              <a:t>4/30/2026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200"/>
            </a:lvl1pPr>
          </a:lstStyle>
          <a:p>
            <a:r>
              <a:rPr lang="en-US" spc="-1" dirty="0">
                <a:latin typeface="Times New Roman"/>
              </a:rPr>
              <a:t>CO-OP project at Industry (Module-1)/22CS411</a:t>
            </a:r>
            <a:endParaRPr lang="en-GB" sz="1200" spc="-1" dirty="0">
              <a:latin typeface="Times New Roman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 dirty="0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49" r:id="rId2"/>
    <p:sldLayoutId id="2147483650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2" name="Picture 10" descr="LOGO.gif"/>
          <p:cNvPicPr/>
          <p:nvPr/>
        </p:nvPicPr>
        <p:blipFill>
          <a:blip r:embed="rId3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3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3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3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3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64FCB-4B12-48F3-8EC8-4E7C43142726}" type="datetime1">
              <a:rPr kumimoji="0" lang="en-US" sz="1200" b="0" i="0" u="none" strike="noStrike" kern="1200" cap="none" spc="-1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4/30/2026</a:t>
            </a:fld>
            <a:endParaRPr kumimoji="0" lang="en-GB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t>CO-OP project at Industry (Module-1)/22CS411</a:t>
            </a:r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FDC92E-FF5D-4613-8499-B15BC16E50D9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MS P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5265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npmjs.com/" TargetMode="External"/><Relationship Id="rId2" Type="http://schemas.openxmlformats.org/officeDocument/2006/relationships/hyperlink" Target="https://nodejs.org/api/f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pmjs.com/package/morgan" TargetMode="External"/><Relationship Id="rId5" Type="http://schemas.openxmlformats.org/officeDocument/2006/relationships/hyperlink" Target="https://github.com/winstonjs/winston" TargetMode="External"/><Relationship Id="rId4" Type="http://schemas.openxmlformats.org/officeDocument/2006/relationships/hyperlink" Target="https://www.npmjs.com/package/minimist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71748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(Module-2)(22CS421) </a:t>
            </a: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endParaRPr lang="en-IN" dirty="0"/>
          </a:p>
          <a:p>
            <a:pPr algn="ctr"/>
            <a:r>
              <a:rPr lang="en-US" dirty="0"/>
              <a:t>         	</a:t>
            </a:r>
            <a:r>
              <a:rPr lang="en-US" b="1" dirty="0" err="1"/>
              <a:t>LogLens</a:t>
            </a:r>
            <a:r>
              <a:rPr lang="en-US" b="1" dirty="0"/>
              <a:t>-CLI: A Command-Line Tool for Analysis and Filtering of  				   Structured Application Logs </a:t>
            </a:r>
            <a:r>
              <a:rPr lang="en-US" sz="2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	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			</a:t>
            </a:r>
          </a:p>
          <a:p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			         Ansh Gupta  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2210991295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                                                  Chirag           2210991460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000" dirty="0"/>
              <a:t>Dr. Rajat </a:t>
            </a:r>
            <a:r>
              <a:rPr lang="en-IN" sz="2000" dirty="0" err="1"/>
              <a:t>Takkar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Mentor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We Noticed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293655-41D3-3D7A-1C39-4752330ED153}"/>
              </a:ext>
            </a:extLst>
          </p:cNvPr>
          <p:cNvSpPr txBox="1"/>
          <p:nvPr/>
        </p:nvSpPr>
        <p:spPr>
          <a:xfrm>
            <a:off x="358219" y="1461155"/>
            <a:ext cx="843698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we were working on our own backend projects, logs became a real problem.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Whenever something broke, we had to open log files with thousands of lines. It was honestly very hard to find what actually went wrong.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tried using tools like grep, but it only matches text. It does not understand log levels or timestamps.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Writing scripts again and again was slow and frustrating.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Tools like Winston and Morgan help in creating logs, but once logs are generated, they don’t help much in reading or filtering them.</a:t>
            </a:r>
          </a:p>
          <a:p>
            <a:endParaRPr lang="en-US" dirty="0"/>
          </a:p>
          <a:p>
            <a:r>
              <a:rPr lang="en-US" b="1" dirty="0"/>
              <a:t>So we thought — why not build something simple that solves this?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CA5CDB-61A7-0A90-040F-14A609BA9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Objective of the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D93570-D7C4-5A9C-B557-D399BA595CE7}"/>
              </a:ext>
            </a:extLst>
          </p:cNvPr>
          <p:cNvSpPr txBox="1"/>
          <p:nvPr/>
        </p:nvSpPr>
        <p:spPr>
          <a:xfrm>
            <a:off x="511403" y="1105739"/>
            <a:ext cx="792558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Our goal was very simple.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wanted to make one small tool that developers can install once and use anytime whenever they want to check logs.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setup, no UI, nothing complicated.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Just run a command and get the result.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We wanted it to: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Show only required logs like error, warning, info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Filter the logs by time range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Search using keywords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Print output clearly in terminal</a:t>
            </a:r>
          </a:p>
        </p:txBody>
      </p:sp>
      <p:pic>
        <p:nvPicPr>
          <p:cNvPr id="1028" name="Picture 4" descr="Website Design. Server Logs Analysis ...">
            <a:extLst>
              <a:ext uri="{FF2B5EF4-FFF2-40B4-BE49-F238E27FC236}">
                <a16:creationId xmlns:a16="http://schemas.microsoft.com/office/drawing/2014/main" id="{19FF64CD-89C9-0C03-90B7-F488653A4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8909" y="2203416"/>
            <a:ext cx="3147129" cy="3989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1078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3658D03A-0BA0-249D-ED77-C3C61FE5025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System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E53CFA-450E-4AC3-2771-C33266F43732}"/>
              </a:ext>
            </a:extLst>
          </p:cNvPr>
          <p:cNvSpPr txBox="1"/>
          <p:nvPr/>
        </p:nvSpPr>
        <p:spPr>
          <a:xfrm>
            <a:off x="466627" y="1435678"/>
            <a:ext cx="849826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How </a:t>
            </a:r>
            <a:r>
              <a:rPr lang="en-US" b="1" dirty="0" err="1"/>
              <a:t>LogLens</a:t>
            </a:r>
            <a:r>
              <a:rPr lang="en-US" b="1" dirty="0"/>
              <a:t>-CLI works ?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At First, user runs a simple command like:</a:t>
            </a:r>
            <a:br>
              <a:rPr lang="en-US" dirty="0"/>
            </a:br>
            <a:r>
              <a:rPr lang="en-US" dirty="0" err="1">
                <a:latin typeface="Courier New" panose="02070309020205020404" pitchFamily="49" charset="0"/>
              </a:rPr>
              <a:t>loglens</a:t>
            </a:r>
            <a:r>
              <a:rPr lang="en-US" dirty="0">
                <a:latin typeface="Courier New" panose="02070309020205020404" pitchFamily="49" charset="0"/>
              </a:rPr>
              <a:t> --file app.log --level error --from 14:00 --to 15:00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And then: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file reader module opens that log file and then reads the file line by line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that each line is parsed into a proper object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filter engine module checks conditions like level, time or keyword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Finally, the logs which are matched will be shown to the terminal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dirty="0"/>
              <a:t>We also added colors so it is easier for the user to read the output.</a:t>
            </a:r>
          </a:p>
        </p:txBody>
      </p:sp>
    </p:spTree>
    <p:extLst>
      <p:ext uri="{BB962C8B-B14F-4D97-AF65-F5344CB8AC3E}">
        <p14:creationId xmlns:p14="http://schemas.microsoft.com/office/powerpoint/2010/main" val="2545261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D22A36DD-4B3C-CF20-1766-5131ED88BF0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Methodology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E6CBA5-ACD2-731F-B2A7-EE459866D90B}"/>
              </a:ext>
            </a:extLst>
          </p:cNvPr>
          <p:cNvSpPr txBox="1"/>
          <p:nvPr/>
        </p:nvSpPr>
        <p:spPr>
          <a:xfrm>
            <a:off x="528675" y="1050882"/>
            <a:ext cx="84550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built the tool in parts instead of everything together.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4DBC0D4-585B-2AA3-5F67-F7998FC855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897734"/>
              </p:ext>
            </p:extLst>
          </p:nvPr>
        </p:nvGraphicFramePr>
        <p:xfrm>
          <a:off x="570709" y="1605029"/>
          <a:ext cx="8229600" cy="29260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34985336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8820599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Job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1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File Reader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It checks the log file and gives error if that file is missing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208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 Parser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It takes every row line and then parse it into the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67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Filter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It checks level, time and keyword conditions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250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Output Formatter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It shows the results in a clean, labelled and colored format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07759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7694CED-482E-9EF1-3EFF-4ACA9315014D}"/>
              </a:ext>
            </a:extLst>
          </p:cNvPr>
          <p:cNvSpPr txBox="1"/>
          <p:nvPr/>
        </p:nvSpPr>
        <p:spPr>
          <a:xfrm>
            <a:off x="353506" y="4764060"/>
            <a:ext cx="788552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module was tested individually first and then connected.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helped us to find bugs easily.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used a modular approach because if we need to add new features later, we only need to change one part.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tested using our own log files with different type of cases to make sure everything works properly.</a:t>
            </a:r>
          </a:p>
        </p:txBody>
      </p:sp>
    </p:spTree>
    <p:extLst>
      <p:ext uri="{BB962C8B-B14F-4D97-AF65-F5344CB8AC3E}">
        <p14:creationId xmlns:p14="http://schemas.microsoft.com/office/powerpoint/2010/main" val="817246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9F24FB-4DB2-3870-40C8-5A3E38C5D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589" y="952107"/>
            <a:ext cx="3618056" cy="562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25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5C385B-CAFC-78D1-679F-588A2BA6D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3704"/>
            <a:ext cx="9144000" cy="4085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106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461416-7E81-5B5F-3109-29DA35A47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7203"/>
            <a:ext cx="9144000" cy="5074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735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46A832-4AFC-AD92-21AC-50B0C55C0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0002"/>
            <a:ext cx="9144000" cy="413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28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E5EBC577-7B00-1FA1-740A-42652602653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Key Features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01D9D9-B116-EB91-4546-AD99F0528EC9}"/>
              </a:ext>
            </a:extLst>
          </p:cNvPr>
          <p:cNvSpPr txBox="1"/>
          <p:nvPr/>
        </p:nvSpPr>
        <p:spPr>
          <a:xfrm>
            <a:off x="416975" y="1284379"/>
            <a:ext cx="834233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Key Features of the tool 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Filter by log level</a:t>
            </a:r>
            <a:br>
              <a:rPr lang="en-US" dirty="0"/>
            </a:br>
            <a:r>
              <a:rPr lang="en-US" dirty="0"/>
              <a:t>You can see only errors or warnings when required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 range filter</a:t>
            </a:r>
            <a:br>
              <a:rPr lang="en-US" dirty="0"/>
            </a:br>
            <a:r>
              <a:rPr lang="en-US" dirty="0"/>
              <a:t>Helps to directly jump to a specific time window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Keyword search</a:t>
            </a:r>
            <a:br>
              <a:rPr lang="en-US" dirty="0"/>
            </a:br>
            <a:r>
              <a:rPr lang="en-US" dirty="0"/>
              <a:t>Finds exact lines having that word you want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Works with large files</a:t>
            </a:r>
            <a:br>
              <a:rPr lang="en-US" dirty="0"/>
            </a:br>
            <a:r>
              <a:rPr lang="en-US" dirty="0"/>
              <a:t>Reads the line by line, so no memory issue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Easy installation</a:t>
            </a:r>
            <a:br>
              <a:rPr lang="en-US" dirty="0"/>
            </a:br>
            <a:r>
              <a:rPr lang="en-US" dirty="0"/>
              <a:t>Just one command and it works globally</a:t>
            </a:r>
          </a:p>
        </p:txBody>
      </p:sp>
      <p:pic>
        <p:nvPicPr>
          <p:cNvPr id="2050" name="Picture 2" descr="Command Line Tools | Intro to the CLI ...">
            <a:extLst>
              <a:ext uri="{FF2B5EF4-FFF2-40B4-BE49-F238E27FC236}">
                <a16:creationId xmlns:a16="http://schemas.microsoft.com/office/drawing/2014/main" id="{08D1EE24-A697-743D-E80C-79130A649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532" y="1644241"/>
            <a:ext cx="2579704" cy="407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9717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87D3F6-A412-7F90-28A8-8E6DE4F0B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22" y="871792"/>
            <a:ext cx="7748833" cy="5708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06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7C72B-390E-983D-3B4A-E385577FB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8BEA8E68-AFDA-86D4-1F58-FC07721D222E}"/>
              </a:ext>
            </a:extLst>
          </p:cNvPr>
          <p:cNvSpPr txBox="1">
            <a:spLocks/>
          </p:cNvSpPr>
          <p:nvPr/>
        </p:nvSpPr>
        <p:spPr>
          <a:xfrm>
            <a:off x="188535" y="179110"/>
            <a:ext cx="7890236" cy="10369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/>
              <a:t>Technology Used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A34025-C296-D526-F92E-4E8969CEC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058820"/>
              </p:ext>
            </p:extLst>
          </p:nvPr>
        </p:nvGraphicFramePr>
        <p:xfrm>
          <a:off x="398314" y="1468185"/>
          <a:ext cx="8229600" cy="39319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78983482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23910542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9381159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What we used it for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710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Node.js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Running the 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We both knew it well and it manages file reading nicely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986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JavaScript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Writing all the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Our strongest 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4049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fs module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Reading log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Already built in Node, nothing extra to install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411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yargs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Handling CLI arguments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Simple to set up, clean syntax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862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 file format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Easy to parse line by 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810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npm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Publishing the 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Standard way to share Node tools globally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669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4585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F0B49D4D-4D4D-35D1-E842-5D6030D87041}"/>
              </a:ext>
            </a:extLst>
          </p:cNvPr>
          <p:cNvSpPr txBox="1">
            <a:spLocks/>
          </p:cNvSpPr>
          <p:nvPr/>
        </p:nvSpPr>
        <p:spPr>
          <a:xfrm>
            <a:off x="188535" y="179110"/>
            <a:ext cx="7890236" cy="10369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K</a:t>
            </a:r>
            <a:r>
              <a:rPr lang="en-IN" sz="3200" dirty="0" err="1"/>
              <a:t>ey</a:t>
            </a:r>
            <a:r>
              <a:rPr lang="en-IN" sz="3200" dirty="0"/>
              <a:t> Outcomes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0ED2E1-F483-9A4C-C96D-6ED18AD9D1D6}"/>
              </a:ext>
            </a:extLst>
          </p:cNvPr>
          <p:cNvSpPr txBox="1"/>
          <p:nvPr/>
        </p:nvSpPr>
        <p:spPr>
          <a:xfrm>
            <a:off x="520539" y="1740478"/>
            <a:ext cx="824212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After testing, here is what we found: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10,000 line file was filtered in less than 1 second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filters worked correctly in every test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new user understood the tool in 2 minutes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Compared to grep, our tool was much easier for combined filtering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Keyword search gave correct results </a:t>
            </a:r>
          </a:p>
          <a:p>
            <a:endParaRPr lang="en-US" dirty="0"/>
          </a:p>
          <a:p>
            <a:r>
              <a:rPr lang="en-US" dirty="0"/>
              <a:t>So overall, the tool worked exactly how we expected.</a:t>
            </a:r>
          </a:p>
        </p:txBody>
      </p:sp>
    </p:spTree>
    <p:extLst>
      <p:ext uri="{BB962C8B-B14F-4D97-AF65-F5344CB8AC3E}">
        <p14:creationId xmlns:p14="http://schemas.microsoft.com/office/powerpoint/2010/main" val="2510073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B94729-5940-B107-4A2F-56BC0CD4C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6659"/>
            <a:ext cx="9144000" cy="455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189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173E86-E9FC-4894-2B59-B04D687E1D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6546"/>
            <a:ext cx="9144000" cy="586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194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A8FAB-F205-EAFA-5360-026FB5F95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3A254D19-7481-3A3B-D645-DAC415E5B76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484882" cy="12914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dirty="0"/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FB5224-B351-AD9C-118C-C999E82426E7}"/>
              </a:ext>
            </a:extLst>
          </p:cNvPr>
          <p:cNvSpPr txBox="1"/>
          <p:nvPr/>
        </p:nvSpPr>
        <p:spPr>
          <a:xfrm>
            <a:off x="350858" y="1419644"/>
            <a:ext cx="799160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Our project came from a real problem we faced.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Logs were hard to read and took too much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 we made a simple CLI tool that solves this.</a:t>
            </a:r>
          </a:p>
          <a:p>
            <a:endParaRPr lang="en-US" dirty="0"/>
          </a:p>
          <a:p>
            <a:r>
              <a:rPr lang="en-US" b="1" dirty="0"/>
              <a:t>What we learned: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Building real tools is very different from </a:t>
            </a:r>
          </a:p>
          <a:p>
            <a:r>
              <a:rPr lang="en-US" dirty="0"/>
              <a:t>     assignments</a:t>
            </a:r>
          </a:p>
          <a:p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modular design makes things easier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Importance of testing with real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Publishing on npm was a great experience </a:t>
            </a:r>
          </a:p>
          <a:p>
            <a:endParaRPr lang="en-US" dirty="0"/>
          </a:p>
          <a:p>
            <a:r>
              <a:rPr lang="en-US" b="1" dirty="0"/>
              <a:t>And yes — we achieved our objective.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5E8948-4F0C-C264-1B96-1904A1327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4937" y="1140644"/>
            <a:ext cx="3251099" cy="509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10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800A7-A842-A3D8-85EE-EA24D4605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816C4D5A-32A1-460F-5B43-5A97EBA73A92}"/>
              </a:ext>
            </a:extLst>
          </p:cNvPr>
          <p:cNvSpPr txBox="1">
            <a:spLocks/>
          </p:cNvSpPr>
          <p:nvPr/>
        </p:nvSpPr>
        <p:spPr>
          <a:xfrm>
            <a:off x="273377" y="141402"/>
            <a:ext cx="6476760" cy="8377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/>
              <a:t>Future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A62B96-A722-1349-756C-0E3EA80913F0}"/>
              </a:ext>
            </a:extLst>
          </p:cNvPr>
          <p:cNvSpPr txBox="1"/>
          <p:nvPr/>
        </p:nvSpPr>
        <p:spPr>
          <a:xfrm>
            <a:off x="407548" y="1174086"/>
            <a:ext cx="390050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Right now it works for JSON logs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In future, we can add:</a:t>
            </a:r>
          </a:p>
          <a:p>
            <a:endParaRPr lang="en-US" dirty="0"/>
          </a:p>
          <a:p>
            <a:r>
              <a:rPr lang="en-US" dirty="0"/>
              <a:t>Soon: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 for text and CSV logs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Better color formatting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Regex search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40D7DC-5CAA-2950-17EB-4E8E28C35B20}"/>
              </a:ext>
            </a:extLst>
          </p:cNvPr>
          <p:cNvSpPr txBox="1"/>
          <p:nvPr/>
        </p:nvSpPr>
        <p:spPr>
          <a:xfrm>
            <a:off x="5410985" y="1932496"/>
            <a:ext cx="39215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Later: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Multiple file support</a:t>
            </a:r>
          </a:p>
          <a:p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Export results to file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Live log monitoring 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67B752-D61B-3FAC-8198-5B8C3606D59A}"/>
              </a:ext>
            </a:extLst>
          </p:cNvPr>
          <p:cNvSpPr txBox="1"/>
          <p:nvPr/>
        </p:nvSpPr>
        <p:spPr>
          <a:xfrm>
            <a:off x="3063710" y="4515439"/>
            <a:ext cx="39969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Long term: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Integration with Grafana or ELK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Web dashboard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 plugins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3337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145BD7-AFC4-65EF-EE9D-AE43BF7A0004}"/>
              </a:ext>
            </a:extLst>
          </p:cNvPr>
          <p:cNvSpPr txBox="1">
            <a:spLocks/>
          </p:cNvSpPr>
          <p:nvPr/>
        </p:nvSpPr>
        <p:spPr>
          <a:xfrm>
            <a:off x="273377" y="141402"/>
            <a:ext cx="6476760" cy="8377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/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3D280C-E30F-DB1A-0028-0C262F23D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13" y="1237391"/>
            <a:ext cx="882077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Node.js Official Documentation — File System.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https://nodejs.org/api/fs.html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npm — Creating and Publishing Packages.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https://docs.npmjs.com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Library — Argument Parsing.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https://www.npmjs.com/package/minimist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Winston Logger — Node.js Logging Library (studied for comparison).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https://github.com/winstonjs/winston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Morgan — HTTP Request Logger Middleware (studied for comparison).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https://www.npmjs.com/package/morgan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Chitkara University Project Guidelines, COOP-2, 2025–26 </a:t>
            </a:r>
          </a:p>
        </p:txBody>
      </p:sp>
    </p:spTree>
    <p:extLst>
      <p:ext uri="{BB962C8B-B14F-4D97-AF65-F5344CB8AC3E}">
        <p14:creationId xmlns:p14="http://schemas.microsoft.com/office/powerpoint/2010/main" val="2446360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19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35034</TotalTime>
  <Words>979</Words>
  <Application>Microsoft Office PowerPoint</Application>
  <PresentationFormat>On-screen Show (4:3)</PresentationFormat>
  <Paragraphs>195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Courier New</vt:lpstr>
      <vt:lpstr>Times New Roman</vt:lpstr>
      <vt:lpstr>Office Theme</vt:lpstr>
      <vt:lpstr>c1</vt:lpstr>
      <vt:lpstr>PowerPoint Presentation</vt:lpstr>
      <vt:lpstr>PowerPoint Presentation</vt:lpstr>
      <vt:lpstr>Objective of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Ansh Gupta</cp:lastModifiedBy>
  <cp:revision>2389</cp:revision>
  <dcterms:created xsi:type="dcterms:W3CDTF">2010-04-09T07:36:15Z</dcterms:created>
  <dcterms:modified xsi:type="dcterms:W3CDTF">2026-04-30T10:47:07Z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